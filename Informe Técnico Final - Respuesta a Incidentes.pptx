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49716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2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:notes"/>
          <p:cNvSpPr/>
          <p:nvPr>
            <p:ph idx="2" type="sldImg"/>
          </p:nvPr>
        </p:nvSpPr>
        <p:spPr>
          <a:xfrm>
            <a:off x="275793" y="685800"/>
            <a:ext cx="6307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3195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3195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7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42">
  <a:themeElements>
    <a:clrScheme name="Theme4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